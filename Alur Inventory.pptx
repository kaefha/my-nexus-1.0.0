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5"/>
  </p:normalViewPr>
  <p:slideViewPr>
    <p:cSldViewPr snapToGrid="0" snapToObjects="1">
      <p:cViewPr varScale="1">
        <p:scale>
          <a:sx n="103" d="100"/>
          <a:sy n="103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0301-3189-4E4B-BA02-271C5597F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4FC2E-1419-9648-8653-975F4E3CA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31927-984C-AF46-A0CD-7BCCDA4B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42163-76CF-A64E-86F5-07B33C25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1F80C-52D8-0442-88AF-066123AE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76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EA786-770B-D841-98A3-B786FED5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D274B-A0D1-A74E-A0A1-9E9EE6460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67532-CE2E-1E4A-B8A2-BF5BEDA0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5498C-1FC7-BC4F-B11A-4398ECD7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F09B8-85FF-9246-A96F-928A20ED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9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8017-21A0-7741-8118-41822217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230DE-0F52-B84A-9B57-B738B516B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D8AD6-91E1-CE4D-BCC8-BEA887D8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68FFF-50D0-1C48-BF60-06D1BB3A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22C30-CA8D-9640-881F-CDFE351C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7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1656-1615-534F-B6E9-CAE63494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B2E67-B4B3-984B-871B-F33093483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D4784-6200-994A-ABAE-7E83E513F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EB953-0EED-344E-97AF-3F324AE9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56376-9D1E-3744-97A2-8D53FB16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C87B4-02D8-AB4C-896D-6CBEE759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7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3CC5-CFAB-1E44-8446-D977EC55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59441-F4DA-6043-AE7E-454D8F68B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1F73C-1041-B749-B850-ACDA27E85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426E8-21BD-0045-91AB-D0403952D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A483B-77D1-AC4C-8C4B-B469350BD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640B4E-757B-964C-B776-056ED064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8392D-731F-B143-AF5F-78857C41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B37A2-26BC-704A-A27D-CC39872A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0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C99-0D61-5D47-A8BE-FAE72D40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2B9CA-0FC7-9D4D-AC80-6F9D2BC0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879DE-542D-FC4F-AB68-6762E2E3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F1E35-D1AA-7D48-9B5E-0C50FBED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DD70E-3AD5-FD44-97E3-088A0999C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7DE7A-02AF-C34E-A321-D61F45228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D1B85-FF65-414B-A6CC-82EE1E05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507E-E07C-4C4C-9F14-D9A896A2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36AA-3F0F-C340-8C3F-91D43A396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56C1A-00A7-FA41-A526-AB898ACC8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8F0A9-E475-0448-8008-4F8B56ED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F6B2A-0CCB-FB43-BAE8-F6032E50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6D243-8673-3046-89D1-F1A5D56A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0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7C97-7EA0-9646-B768-31789E186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9738B-6171-4A47-B698-37E3794AA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94938-3F1C-4344-8856-CE90150CF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A7019-F344-BC4A-9FC6-4121E3D3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C450A-2064-0F4E-BAB8-B1CE82AD0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B6AD7-6F52-E346-98B1-F51D3411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581-1193-414A-951F-DD1023B7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B5DC6-8104-A545-8F08-F3BAD6563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C856-A5B2-CA4A-9BA4-1BF4A5E2E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1BF7C-3BC6-EA49-9CC7-6353996B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07A52-1F30-6F44-988B-628773A8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1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66B1B8-0804-F843-9D6F-5853A64A9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8D13C-3AFC-EF40-B894-E0CAF888F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65004-C3AD-0C43-B1D6-072F6A92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656C5-3FC4-1E41-8C33-A35536AB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7F6B-82A6-7144-ACA5-F6114653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6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7CB2D-D7EC-C548-A8AE-943F1B9EB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A44A5-BC46-CF4D-9E2A-7130FCA65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3457-114F-9E44-9D92-36C068040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8E463-5F44-3641-BD15-0B26E8A416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1B0C1-EA3C-8047-A974-DEB81F93F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F2A63-AC6A-6F42-A2FB-009EED7F4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F1E43-8AD2-4949-951B-1A4585C2B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5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BA2E-E108-A54E-A909-C0B3CA552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Kerja</a:t>
            </a:r>
            <a:r>
              <a:rPr lang="en-US" dirty="0"/>
              <a:t> Inventory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81928-E6DA-A742-A8FF-F292936C4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6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DA31C-E03E-E640-BA19-FCD94A46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3EA73-21B7-2B4E-8CC5-500FD6132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 material </a:t>
            </a:r>
            <a:r>
              <a:rPr lang="en-US" dirty="0" err="1"/>
              <a:t>dari</a:t>
            </a:r>
            <a:r>
              <a:rPr lang="en-US" dirty="0"/>
              <a:t> team project</a:t>
            </a:r>
          </a:p>
          <a:p>
            <a:r>
              <a:rPr lang="en-US" dirty="0"/>
              <a:t>Alur: request </a:t>
            </a:r>
            <a:r>
              <a:rPr lang="en-US" dirty="0" err="1"/>
              <a:t>dari</a:t>
            </a:r>
            <a:r>
              <a:rPr lang="en-US" dirty="0"/>
              <a:t> PMO </a:t>
            </a:r>
            <a:r>
              <a:rPr lang="en-US" dirty="0">
                <a:sym typeface="Wingdings" pitchFamily="2" charset="2"/>
              </a:rPr>
              <a:t> approval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Site Manager  approval </a:t>
            </a:r>
            <a:r>
              <a:rPr lang="en-US" dirty="0" err="1">
                <a:sym typeface="Wingdings" pitchFamily="2" charset="2"/>
              </a:rPr>
              <a:t>kantor</a:t>
            </a:r>
            <a:r>
              <a:rPr lang="en-US" dirty="0">
                <a:sym typeface="Wingdings" pitchFamily="2" charset="2"/>
              </a:rPr>
              <a:t>  approved (</a:t>
            </a:r>
            <a:r>
              <a:rPr lang="en-US" dirty="0" err="1">
                <a:sym typeface="Wingdings" pitchFamily="2" charset="2"/>
              </a:rPr>
              <a:t>masuk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pengadaan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6A43-17CC-184E-BDB3-ECFE03B7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Pengadaan</a:t>
            </a:r>
            <a:r>
              <a:rPr lang="en-US" dirty="0"/>
              <a:t>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7008-6713-E44F-9801-D8351D3E5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Tracking PO dan delivery </a:t>
            </a:r>
            <a:r>
              <a:rPr lang="en-US" dirty="0" err="1"/>
              <a:t>dari</a:t>
            </a:r>
            <a:r>
              <a:rPr lang="en-US" dirty="0"/>
              <a:t> team logistics &amp; procurement </a:t>
            </a:r>
            <a:r>
              <a:rPr lang="en-US" dirty="0" err="1"/>
              <a:t>kantor</a:t>
            </a:r>
            <a:endParaRPr lang="en-US" dirty="0"/>
          </a:p>
          <a:p>
            <a:r>
              <a:rPr lang="en-US" dirty="0" err="1"/>
              <a:t>Tahapan</a:t>
            </a:r>
            <a:r>
              <a:rPr lang="en-US" dirty="0"/>
              <a:t> I (procurement): </a:t>
            </a:r>
            <a:r>
              <a:rPr lang="en-US" dirty="0" err="1"/>
              <a:t>pengajuan</a:t>
            </a:r>
            <a:r>
              <a:rPr lang="en-US" dirty="0"/>
              <a:t> PO </a:t>
            </a:r>
            <a:r>
              <a:rPr lang="en-US" dirty="0" err="1"/>
              <a:t>dari</a:t>
            </a:r>
            <a:r>
              <a:rPr lang="en-US" dirty="0"/>
              <a:t> office </a:t>
            </a:r>
            <a:r>
              <a:rPr lang="en-US" dirty="0">
                <a:sym typeface="Wingdings" pitchFamily="2" charset="2"/>
              </a:rPr>
              <a:t> approval Bu Elvina</a:t>
            </a:r>
          </a:p>
          <a:p>
            <a:r>
              <a:rPr lang="en-US" dirty="0" err="1">
                <a:sym typeface="Wingdings" pitchFamily="2" charset="2"/>
              </a:rPr>
              <a:t>Tahapan</a:t>
            </a:r>
            <a:r>
              <a:rPr lang="en-US" dirty="0">
                <a:sym typeface="Wingdings" pitchFamily="2" charset="2"/>
              </a:rPr>
              <a:t> II (logistics; tracking only):</a:t>
            </a:r>
          </a:p>
          <a:p>
            <a:pPr lvl="1"/>
            <a:r>
              <a:rPr lang="en-US" dirty="0">
                <a:sym typeface="Wingdings" pitchFamily="2" charset="2"/>
              </a:rPr>
              <a:t>Production</a:t>
            </a:r>
          </a:p>
          <a:p>
            <a:pPr lvl="1"/>
            <a:r>
              <a:rPr lang="en-US" dirty="0">
                <a:sym typeface="Wingdings" pitchFamily="2" charset="2"/>
              </a:rPr>
              <a:t>Material On Delivery (</a:t>
            </a:r>
            <a:r>
              <a:rPr lang="en-US" dirty="0" err="1">
                <a:sym typeface="Wingdings" pitchFamily="2" charset="2"/>
              </a:rPr>
              <a:t>cantumkan</a:t>
            </a:r>
            <a:r>
              <a:rPr lang="en-US" dirty="0">
                <a:sym typeface="Wingdings" pitchFamily="2" charset="2"/>
              </a:rPr>
              <a:t> delivery </a:t>
            </a:r>
            <a:r>
              <a:rPr lang="en-US" dirty="0" err="1">
                <a:sym typeface="Wingdings" pitchFamily="2" charset="2"/>
              </a:rPr>
              <a:t>ke</a:t>
            </a:r>
            <a:r>
              <a:rPr lang="en-US" dirty="0">
                <a:sym typeface="Wingdings" pitchFamily="2" charset="2"/>
              </a:rPr>
              <a:t> Warehouse mana, submit Delivery Order)</a:t>
            </a:r>
          </a:p>
          <a:p>
            <a:pPr lvl="1"/>
            <a:r>
              <a:rPr lang="en-US" dirty="0">
                <a:sym typeface="Wingdings" pitchFamily="2" charset="2"/>
              </a:rPr>
              <a:t>Material On Site (</a:t>
            </a:r>
            <a:r>
              <a:rPr lang="en-US" dirty="0" err="1">
                <a:sym typeface="Wingdings" pitchFamily="2" charset="2"/>
              </a:rPr>
              <a:t>cantumkan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nama</a:t>
            </a:r>
            <a:r>
              <a:rPr lang="en-US" dirty="0">
                <a:sym typeface="Wingdings" pitchFamily="2" charset="2"/>
              </a:rPr>
              <a:t> Warehouse)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39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8DA2-B8DD-4B48-829C-9BB9014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Warehouse Utama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9214-D80E-1A4A-9A00-F02D0F0E1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Update status material (qty dan </a:t>
            </a:r>
            <a:r>
              <a:rPr lang="en-US" dirty="0" err="1"/>
              <a:t>jenis</a:t>
            </a:r>
            <a:r>
              <a:rPr lang="en-US" dirty="0"/>
              <a:t>) di masing-masing </a:t>
            </a:r>
            <a:r>
              <a:rPr lang="en-US" dirty="0" err="1"/>
              <a:t>gudang</a:t>
            </a:r>
            <a:r>
              <a:rPr lang="en-US" dirty="0"/>
              <a:t> </a:t>
            </a:r>
            <a:r>
              <a:rPr lang="en-US" dirty="0" err="1"/>
              <a:t>utama</a:t>
            </a:r>
            <a:endParaRPr lang="en-US" dirty="0"/>
          </a:p>
          <a:p>
            <a:r>
              <a:rPr lang="en-US" dirty="0" err="1"/>
              <a:t>Dilakukan</a:t>
            </a:r>
            <a:r>
              <a:rPr lang="en-US" dirty="0"/>
              <a:t> oleh </a:t>
            </a:r>
            <a:r>
              <a:rPr lang="en-US" dirty="0" err="1"/>
              <a:t>pengawas</a:t>
            </a:r>
            <a:r>
              <a:rPr lang="en-US" dirty="0"/>
              <a:t> </a:t>
            </a:r>
            <a:r>
              <a:rPr lang="en-US" dirty="0" err="1"/>
              <a:t>gudang</a:t>
            </a:r>
            <a:endParaRPr lang="en-US" dirty="0"/>
          </a:p>
          <a:p>
            <a:r>
              <a:rPr lang="en-US" dirty="0" err="1"/>
              <a:t>Fungsi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Material in: material yang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, </a:t>
            </a:r>
            <a:r>
              <a:rPr lang="en-US" dirty="0" err="1"/>
              <a:t>jumlahnya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, </a:t>
            </a:r>
            <a:r>
              <a:rPr lang="en-US" dirty="0" err="1"/>
              <a:t>nomor</a:t>
            </a:r>
            <a:r>
              <a:rPr lang="en-US" dirty="0"/>
              <a:t> Delivery Order</a:t>
            </a:r>
          </a:p>
          <a:p>
            <a:pPr lvl="1"/>
            <a:r>
              <a:rPr lang="en-US" dirty="0"/>
              <a:t>Material out: material yang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, </a:t>
            </a:r>
            <a:r>
              <a:rPr lang="en-US" dirty="0" err="1"/>
              <a:t>jumlahnya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, </a:t>
            </a:r>
            <a:r>
              <a:rPr lang="en-US" dirty="0" err="1"/>
              <a:t>peruntukannya</a:t>
            </a:r>
            <a:r>
              <a:rPr lang="en-US" dirty="0"/>
              <a:t> (</a:t>
            </a:r>
            <a:r>
              <a:rPr lang="en-US" dirty="0" err="1"/>
              <a:t>untuk</a:t>
            </a:r>
            <a:r>
              <a:rPr lang="en-US" dirty="0"/>
              <a:t> project </a:t>
            </a:r>
            <a:r>
              <a:rPr lang="en-US" dirty="0" err="1"/>
              <a:t>apa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Tracking </a:t>
            </a:r>
            <a:r>
              <a:rPr lang="en-US" dirty="0" err="1"/>
              <a:t>jenis</a:t>
            </a:r>
            <a:r>
              <a:rPr lang="en-US" dirty="0"/>
              <a:t> material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tersedia</a:t>
            </a:r>
            <a:r>
              <a:rPr lang="en-US" dirty="0"/>
              <a:t>,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jumlahnya</a:t>
            </a:r>
            <a:r>
              <a:rPr lang="en-US" dirty="0"/>
              <a:t> (update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eviden</a:t>
            </a:r>
            <a:r>
              <a:rPr lang="en-US" dirty="0"/>
              <a:t> </a:t>
            </a:r>
            <a:r>
              <a:rPr lang="en-US" dirty="0" err="1"/>
              <a:t>foto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79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8011-83E4-0140-898F-3A46AC10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</a:t>
            </a:r>
            <a:r>
              <a:rPr lang="en-US" dirty="0" err="1"/>
              <a:t>Pemindahan</a:t>
            </a:r>
            <a:r>
              <a:rPr lang="en-US" dirty="0"/>
              <a:t>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24AE8-59F4-6648-9B3C-F03E726CC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material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gudang</a:t>
            </a:r>
            <a:r>
              <a:rPr lang="en-US" dirty="0"/>
              <a:t> </a:t>
            </a:r>
            <a:r>
              <a:rPr lang="en-US" dirty="0" err="1"/>
              <a:t>utama</a:t>
            </a:r>
            <a:endParaRPr lang="en-US" dirty="0"/>
          </a:p>
          <a:p>
            <a:r>
              <a:rPr lang="en-US" dirty="0"/>
              <a:t>Alur: request </a:t>
            </a:r>
            <a:r>
              <a:rPr lang="en-US" dirty="0" err="1"/>
              <a:t>dari</a:t>
            </a:r>
            <a:r>
              <a:rPr lang="en-US" dirty="0"/>
              <a:t> Supervisor (qty dan </a:t>
            </a:r>
            <a:r>
              <a:rPr lang="en-US" dirty="0" err="1"/>
              <a:t>jenis</a:t>
            </a:r>
            <a:r>
              <a:rPr lang="en-US" dirty="0"/>
              <a:t>)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approval </a:t>
            </a:r>
            <a:r>
              <a:rPr lang="en-US" dirty="0" err="1"/>
              <a:t>dari</a:t>
            </a:r>
            <a:r>
              <a:rPr lang="en-US" dirty="0"/>
              <a:t> Site Manager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delivery in progress (</a:t>
            </a:r>
            <a:r>
              <a:rPr lang="en-US" dirty="0" err="1"/>
              <a:t>harus</a:t>
            </a:r>
            <a:r>
              <a:rPr lang="en-US" dirty="0"/>
              <a:t> submit Delivery Order) </a:t>
            </a:r>
            <a:r>
              <a:rPr lang="en-US" dirty="0">
                <a:sym typeface="Wingdings" pitchFamily="2" charset="2"/>
              </a:rPr>
              <a:t> material on site (</a:t>
            </a:r>
            <a:r>
              <a:rPr lang="en-US" dirty="0" err="1">
                <a:sym typeface="Wingdings" pitchFamily="2" charset="2"/>
              </a:rPr>
              <a:t>tertulis</a:t>
            </a:r>
            <a:r>
              <a:rPr lang="en-US" dirty="0">
                <a:sym typeface="Wingdings" pitchFamily="2" charset="2"/>
              </a:rPr>
              <a:t> di </a:t>
            </a:r>
            <a:r>
              <a:rPr lang="en-US" dirty="0" err="1">
                <a:sym typeface="Wingdings" pitchFamily="2" charset="2"/>
              </a:rPr>
              <a:t>gudang</a:t>
            </a:r>
            <a:r>
              <a:rPr lang="en-US" dirty="0">
                <a:sym typeface="Wingdings" pitchFamily="2" charset="2"/>
              </a:rPr>
              <a:t> mana/mess mana)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774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206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Alur Kerja Inventory</vt:lpstr>
      <vt:lpstr>RFC</vt:lpstr>
      <vt:lpstr>Pengadaan Material</vt:lpstr>
      <vt:lpstr>Update Warehouse Utama</vt:lpstr>
      <vt:lpstr>Request Pemindahan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Alur Kerja Inventory</dc:title>
  <dc:creator>Microsoft Office User</dc:creator>
  <cp:lastModifiedBy>Microsoft Office User</cp:lastModifiedBy>
  <cp:revision>1</cp:revision>
  <dcterms:created xsi:type="dcterms:W3CDTF">2026-02-10T10:05:20Z</dcterms:created>
  <dcterms:modified xsi:type="dcterms:W3CDTF">2026-02-11T03:32:23Z</dcterms:modified>
</cp:coreProperties>
</file>